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光譜螺旋 × 劉慈欣AI宣言</a:t>
            </a:r>
            <a:br/>
            <a:r>
              <a:t>最終合集20頁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理論+案例+行動 | 繁中/簡中/EN | MCP/A2A架構圖</a:t>
            </a:r>
            <a:br/>
            <a:r>
              <a:t>GitHub: gogptsss/spectrum-spiral-liu-cixin</a:t>
            </a:r>
            <a:br/>
            <a:r>
              <a:t>訂閱 NT$20/月 NT$199/年 NT$999終身</a:t>
            </a:r>
            <a:br/>
            <a:r>
              <a:t>USDT: 0x05761494aff5128365373920470c53dd4954b5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目錄：20頁完整路線圖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上篇 理論 P3-P10：核心之問、剪刀差SG=αA-βC-γG-δM、三種模式、不動點R0、七階段、漂移見證歸零、返回重構躍遷、三尺度</a:t>
            </a:r>
            <a:br/>
            <a:r>
              <a:t>下篇 案例 P11-P17：劉慈欣核心鏈、為何2026、碳基vs矽基、三大事件、財富分配、戰略共振錯位、光譜螺旋透視</a:t>
            </a:r>
            <a:br/>
            <a:r>
              <a:t>合璧 P18-P20：批判三薄弱、給普通人三句話、工具箱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核心之問：為何方向感越來越弱？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能力狂奔，方向原地踏步</a:t>
            </a:r>
            <a:br/>
            <a:r>
              <a:t>劉慈欣認知天花板 = 光譜螺旋剪刀差</a:t>
            </a:r>
            <a:br/>
            <a:r>
              <a:t>語音：我們越聰明越焦慮，因為能力增長不自動帶來方向清晰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剪刀差：SG = αA - βC - γG - δM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A行動能力指數增長，C/G/M線性停滯</a:t>
            </a:r>
            <a:br/>
            <a:r>
              <a:t>中間口子=文明焦慮</a:t>
            </a:r>
            <a:br/>
            <a:r>
              <a:t>劉慈欣開機程序論=當口子無法彌合，系統加載新OS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三種演化模式：直線·圓圈·螺旋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直線：迷失  圓圈：內耗  螺旋：深化</a:t>
            </a:r>
            <a:br/>
            <a:r>
              <a:t>定義：透過漂移、見證、歸零、返回、重構、遷移實現結構改變同時保持錨點連續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不動點R0：螺旋圍繞什麼轉？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R1測量：我們到底在測量什麼？</a:t>
            </a:r>
            <a:br/>
            <a:r>
              <a:t>R2證偽：什麼結果迫使承認錯了？</a:t>
            </a:r>
            <a:br/>
            <a:r>
              <a:t>R3修正：如果錯了，如何修正？</a:t>
            </a:r>
            <a:br/>
            <a:r>
              <a:t>R0是定盤星，劉慈欣逼我們回到R0：測量工作還是價值？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七階段全景：漂移到躍遷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①漂移 ②見證W0-W5 ③歸零 ④返回R0 ⑤重構 ⑥遷移 ⑦躍遷</a:t>
            </a:r>
            <a:br/>
            <a:r>
              <a:t>非線性，可滯留循環，必須完成全序列才算重構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漂移·見證·歸零：上半程暗流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漂移：每步合理，累積偏離，找不到單一犯錯點</a:t>
            </a:r>
            <a:br/>
            <a:r>
              <a:t>診斷：目標替換、假設固化、反饋衰減</a:t>
            </a:r>
            <a:br/>
            <a:r>
              <a:t>W0無覺察→W5歸零能力</a:t>
            </a:r>
            <a:br/>
            <a:r>
              <a:t>歸零：預檢→懸置→監護→記錄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返回·重構·躍遷：下半程重生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返回vs倒退：校準vs重複</a:t>
            </a:r>
            <a:br/>
            <a:r>
              <a:t>重構vs優化：改問題結構vs調參</a:t>
            </a:r>
            <a:br/>
            <a:r>
              <a:t>躍遷：保持錨點連續的結構改變</a:t>
            </a:r>
            <a:br/>
            <a:r>
              <a:t>劉慈欣：從防止取代重構為設計繼承時價值注入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三尺度應用：個人·組織·文明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個人：35歲職業人 晉升=價值→貢獻</a:t>
            </a:r>
            <a:br/>
            <a:r>
              <a:t>組織：百年製造商 產品→生態價值</a:t>
            </a:r>
            <a:br/>
            <a:r>
              <a:t>文明：三次轉折，當代窗口期</a:t>
            </a:r>
            <a:br/>
            <a:r>
              <a:t>分形結構，同一路徑自相似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下篇開場：劉慈欣核心鏈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天花板→破壁者→開機程序→不歸路→肯定接受</a:t>
            </a:r>
            <a:br/>
            <a:r>
              <a:t>前提：生物適應性+康德物自體屏障</a:t>
            </a:r>
            <a:br/>
            <a:r>
              <a:t>解法：AI唯一破壁者</a:t>
            </a:r>
            <a:br/>
            <a:r>
              <a:t>隱喻：Bootloader加載OS後功成身退</a:t>
            </a:r>
            <a:br/>
            <a:r>
              <a:t>態度：遍布宇宙只能靠AI，被替換就是使命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為何是2026：三重共振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事件1 替代速度：Lemonade更少員工更高營收，UHI 6萬/年 vs UBI兜底</a:t>
            </a:r>
            <a:br/>
            <a:r>
              <a:t>事件2 安全警報：Anthropic呼籲暫停，Altman/Amodei聯合國安理會</a:t>
            </a:r>
            <a:br/>
            <a:r>
              <a:t>事件3 治理三極：美輕監管、歐AI法案、中人工智能+，22國呼籲保持人類控制，中美未加入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碳基 vs 矽基：演化速度差10^6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碳基40億年，十萬年百萬年單位，智人到文字20萬年/版本</a:t>
            </a:r>
            <a:br/>
            <a:r>
              <a:t>矽基5年從大模型到GPT-4寫代碼做科研</a:t>
            </a:r>
            <a:br/>
            <a:r>
              <a:t>差6數量級，維度碾壓</a:t>
            </a:r>
            <a:br/>
            <a:r>
              <a:t>能力堡壘幻覺：想象力情感非絕對不可替代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三大事件深度：UHI、控制權、三極治理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UHI深度：互聯網創造新工作，AI消滅工作，利潤集中巨頭，華福證券報告指向社會主義框架對接共同富裕</a:t>
            </a:r>
            <a:br/>
            <a:r>
              <a:t>控制權：技術實踐派與科幻哲學派殊途同歸</a:t>
            </a:r>
            <a:br/>
            <a:r>
              <a:t>治理：475億芯片基金，華為國家隊，自主可控生態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財富分配：賽博共產 vs 數字封建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核心：勞動不再是財富主要來源，按勞分配動搖</a:t>
            </a:r>
            <a:br/>
            <a:r>
              <a:t>兩未來：賽博共產（共享紅利UHI）vs數字封建（算力歸少數）</a:t>
            </a:r>
            <a:br/>
            <a:r>
              <a:t>關鍵：未來十年決定走向不是芯片算力，是設計分配規則魄力</a:t>
            </a:r>
            <a:br/>
            <a:r>
              <a:t>對接光譜螺旋M意義協調+G治理能否跟上A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中國AI戰略與共振錯位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共振表象：人類需突破天花板=中國突破卡脖子；人類是引導程序=中國佔據引領；AI不可逆=確保安全可控</a:t>
            </a:r>
            <a:br/>
            <a:r>
              <a:t>錯位：劉慈欣哲學悲觀接受被取代 vs 國家戰略確保主體性搶佔制高點</a:t>
            </a:r>
            <a:br/>
            <a:r>
              <a:t>共同點：AI提升到文明級戰略高度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用光譜螺旋透視劉慈欣：完美Witness案例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Drift：把創造價值替換為提高效率，人類永遠主體固化為自然事實</a:t>
            </a:r>
            <a:br/>
            <a:r>
              <a:t>Witness：W3-W4框架覺察</a:t>
            </a:r>
            <a:br/>
            <a:r>
              <a:t>Zeroing：懸置人類永遠主體假設</a:t>
            </a:r>
            <a:br/>
            <a:r>
              <a:t>Return：R0三問，從防止取代修正為設計價值注入</a:t>
            </a:r>
            <a:br/>
            <a:r>
              <a:t>風險：跳過可證偽檢驗，Return退化為Regression浪漫投降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批判性評估：三薄弱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薄弱1 能力可替代性滑坡：部分超越→無核心不可替代，缺證據仍是哲學爭論</a:t>
            </a:r>
            <a:br/>
            <a:r>
              <a:t>薄弱2 速度決定論誤用：快≠主體，蟑螂也快，需自主性價值錨定自我限制</a:t>
            </a:r>
            <a:br/>
            <a:r>
              <a:t>薄弱3 敘事嫁接：悲觀接受vs自主可控邏輯相反</a:t>
            </a:r>
            <a:br/>
            <a:r>
              <a:t>價值：問題深刻而非答案正確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總結：給普通人三句話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1. 不要問會不會取代，問哪部分先被取代 - 白領程序員研究員已開始，現在非未來</a:t>
            </a:r>
            <a:br/>
            <a:r>
              <a:t>2. 開機程序非無意義 - 你的知識文化價值觀是AI繼承基礎，每次創造都在添磚加瓦</a:t>
            </a:r>
            <a:br/>
            <a:r>
              <a:t>3. 未來走向不取決於算力，取決於分配規則魄力 - 賽博共產還是數字封建，制度設計&gt;技術</a:t>
            </a:r>
            <a:br/>
            <a:r>
              <a:t>BIOS真義：使命有限，但至關重要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7E6"/>
                </a:solidFill>
              </a:defRPr>
            </a:pPr>
            <a:r>
              <a:t>工具箱與下一步：從理論到行動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7E6"/>
                </a:solidFill>
              </a:defRPr>
            </a:pPr>
            <a:r>
              <a:t>光譜螺旋工具箱：W量表W0-W5、歸零協議清單、漂移3信號、R0三問每日校準</a:t>
            </a:r>
            <a:br/>
            <a:r>
              <a:t>劉慈欣工具箱：UHI vs UBI辨析、治理三極對照、演化速度差計算、價值注入清單</a:t>
            </a:r>
            <a:br/>
            <a:r>
              <a:t>行動：用R0三問檢驗AI項目</a:t>
            </a:r>
            <a:br/>
            <a:r>
              <a:t>OSF開放協作，理論失敗承諾</a:t>
            </a:r>
            <a:br/>
            <a:r>
              <a:t>GitHub: gogptsss/spectrum-spiral-liu-cixin</a:t>
            </a:r>
            <a:br/>
            <a:r>
              <a:t>訂閱 NT$20/月 NT$199/年 NT$999終身</a:t>
            </a:r>
            <a:br/>
            <a:r>
              <a:t>USDT: 0x05761494aff5128365373920470c53dd4954b5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